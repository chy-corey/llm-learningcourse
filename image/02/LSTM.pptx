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26960-7353-4B8E-B342-20D138B34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2A90DD-E36E-4E6D-96A6-CB609AB53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F6F86-0AAB-43D9-BD3B-05968FE05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FBB18-6997-48E0-A63F-A1A91F71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882650-610F-44D8-94E2-8E8A3690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624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74CEE4-46F6-4E5A-A71B-4F04CD66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D4B8B1-3B0C-4CC5-BF23-5728704D9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4F897C-DE1F-4504-9A61-59C47302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19638-A741-48B1-AF2C-8D5E0221B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00968E-87D9-4F2A-B850-8DAE961A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667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EEAAAE-3267-48A9-9BC0-8A670C993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56182A-C9D5-481E-BC5A-D7FABDA93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9403DC-EFE2-4EF3-AED3-790A70E7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41F00E-85B5-4558-B637-677A6E94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E8E867-5276-4D52-9CFE-0DE3F31C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54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2BBBB-8F96-4F7F-ADF3-A0DCEAEA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18AE59-D978-4BB9-930B-AF6B9C7EC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ADEA87-0E2A-48F9-8321-DADE8BD2B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CD86F9-166A-4D2A-81D1-7A27DEAC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72C30-C181-433A-93EC-0F2169983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603334-9AC0-4A07-8E5E-30D2F903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847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2D685-C02D-466E-B2FB-53295552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A3E36A-300D-4427-A202-73C391C24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635D02-A171-46C3-B4FE-31B6CE025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B26ACE-7F1F-4E81-98C8-5EAA907BA9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0D2369-7F6C-4BA0-A356-BBEA4CB92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F61D9B-B6AD-450D-83E0-1172ACF5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2A3968-9254-4FAA-8428-C587B48B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849619-8694-4643-B86E-0EDE83F8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4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E9DC0-5458-4EA6-AB02-A39DCA29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56AE00-85A8-4B47-9EFC-5CCAE180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7A3626-9918-418E-8118-F98D245B5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565251-8FB8-44E5-A41E-08B605DCD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76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07616BB-F2C8-480D-ADD4-E1EB18F6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C044D5-5E4A-4206-AB6C-0139954E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285ABC-B8D2-4391-B464-A55C8BCD6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5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E6FCF-2D9D-42FB-B8F5-0974FD88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65F0A5-DFB2-42CE-88AE-BB2EBC7BB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60A1BC-4FC0-4D75-A664-759FBC178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BBF99B-2E87-4C4D-B2D0-B90AEF6C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D92003-1FEA-4C44-AFB4-4317F982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AB32E0-4815-4B69-9FC8-4CDB7FFF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37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A853F-8D6E-4FB7-96A4-E2D17D42F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B1C308-40DB-4FA3-BF3D-90444395C7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45EFFE-29CD-4645-842C-F47E920AB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8A7480-E0C3-4C88-BFF8-61DE085D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88F85F-F74C-4F04-B1FF-11E87F8F1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D935AB-4527-4D80-9E3C-CBA29166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8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ECEEA-82A8-4BE0-864F-73746716F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5C8293-1912-4D4D-ACAE-3A16D81F2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08A6F6-1246-456F-A877-5CFE42C4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65EF05-7849-4C6E-8149-A51D23A2C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77931A-F359-4D25-B3A5-F2B7596A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21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A3275E-B1CB-4E07-A5FB-79ABBB6E6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91A62A-86A3-4E92-AF84-DE633CDC1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104CC-3965-45CA-A1DF-C0F6058C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8D9160-E98E-4E68-B76F-5E0150BAA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0D9F95-EA67-46BF-B7EA-D5CB4D9F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81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5FA6E51-3DB6-453F-82E7-37AAC5B0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11B0B3-DCEB-44D5-A0CA-30E5D2D6F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27229A-4AF3-40F7-95EA-89EACC18C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3E6B6-505A-456B-9F0D-6C1D2CC8DD1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85868C-7E30-4759-8AA3-46ADE9ABE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A743FA-CECB-42B0-9CB6-305C5D108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0F213-FA6D-4F6E-B65C-1487CC52E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84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1D5E2B31-125F-4976-8F29-B99A506C4044}"/>
              </a:ext>
            </a:extLst>
          </p:cNvPr>
          <p:cNvGrpSpPr/>
          <p:nvPr/>
        </p:nvGrpSpPr>
        <p:grpSpPr>
          <a:xfrm>
            <a:off x="1607448" y="1467401"/>
            <a:ext cx="8852116" cy="2542908"/>
            <a:chOff x="794648" y="2715629"/>
            <a:chExt cx="8852116" cy="2542908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B388163D-1E8B-499E-A925-1099CFEFF1E5}"/>
                </a:ext>
              </a:extLst>
            </p:cNvPr>
            <p:cNvGrpSpPr/>
            <p:nvPr/>
          </p:nvGrpSpPr>
          <p:grpSpPr>
            <a:xfrm>
              <a:off x="3747505" y="2715629"/>
              <a:ext cx="2946402" cy="2531290"/>
              <a:chOff x="2982684" y="352696"/>
              <a:chExt cx="2946402" cy="2531290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F642B02A-4FA8-48F0-814D-EC78973A9394}"/>
                  </a:ext>
                </a:extLst>
              </p:cNvPr>
              <p:cNvSpPr/>
              <p:nvPr/>
            </p:nvSpPr>
            <p:spPr>
              <a:xfrm>
                <a:off x="2982685" y="928913"/>
                <a:ext cx="2772229" cy="142965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C867E7E7-7F1F-4C2E-BC8E-760D17D8D2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2686" y="1197429"/>
                <a:ext cx="2946400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连接符: 肘形 12">
                <a:extLst>
                  <a:ext uri="{FF2B5EF4-FFF2-40B4-BE49-F238E27FC236}">
                    <a16:creationId xmlns:a16="http://schemas.microsoft.com/office/drawing/2014/main" id="{E90755E8-D6F7-4AA8-966D-865CADD0E7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82684" y="1705418"/>
                <a:ext cx="2111826" cy="388263"/>
              </a:xfrm>
              <a:prstGeom prst="bentConnector3">
                <a:avLst>
                  <a:gd name="adj1" fmla="val 82302"/>
                </a:avLst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6A680283-9AB6-4622-BFF4-84E4B18BE64B}"/>
                  </a:ext>
                </a:extLst>
              </p:cNvPr>
              <p:cNvSpPr/>
              <p:nvPr/>
            </p:nvSpPr>
            <p:spPr>
              <a:xfrm>
                <a:off x="3229429" y="1110343"/>
                <a:ext cx="174171" cy="174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×</a:t>
                </a:r>
                <a:endParaRPr lang="zh-CN" altLang="en-US" dirty="0"/>
              </a:p>
            </p:txBody>
          </p: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96730080-7A3B-44F6-8D91-6BFDB68E61A7}"/>
                  </a:ext>
                </a:extLst>
              </p:cNvPr>
              <p:cNvCxnSpPr>
                <a:cxnSpLocks/>
                <a:endCxn id="17" idx="4"/>
              </p:cNvCxnSpPr>
              <p:nvPr/>
            </p:nvCxnSpPr>
            <p:spPr>
              <a:xfrm flipV="1">
                <a:off x="3316515" y="1284514"/>
                <a:ext cx="0" cy="809165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2739CD57-CE04-4AA9-B467-32E5EE36DA09}"/>
                  </a:ext>
                </a:extLst>
              </p:cNvPr>
              <p:cNvSpPr/>
              <p:nvPr/>
            </p:nvSpPr>
            <p:spPr>
              <a:xfrm>
                <a:off x="4158342" y="1110342"/>
                <a:ext cx="174171" cy="174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AA5EF688-484F-4EF9-A5DE-525A4C4133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45427" y="1277257"/>
                <a:ext cx="0" cy="81642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1FE7D471-0C26-4680-A7F3-CC9C10901DD0}"/>
                  </a:ext>
                </a:extLst>
              </p:cNvPr>
              <p:cNvSpPr/>
              <p:nvPr/>
            </p:nvSpPr>
            <p:spPr>
              <a:xfrm>
                <a:off x="4158341" y="1523995"/>
                <a:ext cx="174171" cy="174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×</a:t>
                </a:r>
                <a:endParaRPr lang="zh-CN" altLang="en-US" dirty="0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3FB285C-6A6E-4D7A-9240-3942B704A50D}"/>
                  </a:ext>
                </a:extLst>
              </p:cNvPr>
              <p:cNvSpPr/>
              <p:nvPr/>
            </p:nvSpPr>
            <p:spPr>
              <a:xfrm>
                <a:off x="3193142" y="1777999"/>
                <a:ext cx="246743" cy="174164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σ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AC5737E-3A3E-4679-A3A5-75160789EB91}"/>
                  </a:ext>
                </a:extLst>
              </p:cNvPr>
              <p:cNvSpPr/>
              <p:nvPr/>
            </p:nvSpPr>
            <p:spPr>
              <a:xfrm>
                <a:off x="4604652" y="1777999"/>
                <a:ext cx="246743" cy="174164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σ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17B47DF9-0D6C-4EF9-920E-8EF101868F6E}"/>
                  </a:ext>
                </a:extLst>
              </p:cNvPr>
              <p:cNvSpPr/>
              <p:nvPr/>
            </p:nvSpPr>
            <p:spPr>
              <a:xfrm>
                <a:off x="4005942" y="1783441"/>
                <a:ext cx="478967" cy="16328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tanh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" name="连接符: 肘形 45">
                <a:extLst>
                  <a:ext uri="{FF2B5EF4-FFF2-40B4-BE49-F238E27FC236}">
                    <a16:creationId xmlns:a16="http://schemas.microsoft.com/office/drawing/2014/main" id="{AD562540-6D57-4AC6-A727-22390D6B1C6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105398" y="1280879"/>
                <a:ext cx="888997" cy="736603"/>
              </a:xfrm>
              <a:prstGeom prst="bentConnector3">
                <a:avLst>
                  <a:gd name="adj1" fmla="val 99796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9249AF96-6DAF-4A94-88BC-1819F9268F5D}"/>
                  </a:ext>
                </a:extLst>
              </p:cNvPr>
              <p:cNvSpPr/>
              <p:nvPr/>
            </p:nvSpPr>
            <p:spPr>
              <a:xfrm>
                <a:off x="5094510" y="1618332"/>
                <a:ext cx="174171" cy="174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×</a:t>
                </a:r>
                <a:endParaRPr lang="zh-CN" altLang="en-US" dirty="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8456721F-9EBC-48EF-AA36-3CC9DA2F6CD3}"/>
                  </a:ext>
                </a:extLst>
              </p:cNvPr>
              <p:cNvSpPr/>
              <p:nvPr/>
            </p:nvSpPr>
            <p:spPr>
              <a:xfrm>
                <a:off x="4945746" y="1369784"/>
                <a:ext cx="478967" cy="16328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tanh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3" name="连接符: 肘形 42">
                <a:extLst>
                  <a:ext uri="{FF2B5EF4-FFF2-40B4-BE49-F238E27FC236}">
                    <a16:creationId xmlns:a16="http://schemas.microsoft.com/office/drawing/2014/main" id="{E2C79216-DD4A-4F54-93CA-09F70842E66E}"/>
                  </a:ext>
                </a:extLst>
              </p:cNvPr>
              <p:cNvCxnSpPr>
                <a:endCxn id="19" idx="1"/>
              </p:cNvCxnSpPr>
              <p:nvPr/>
            </p:nvCxnSpPr>
            <p:spPr>
              <a:xfrm rot="5400000" flipH="1" flipV="1">
                <a:off x="3702957" y="1638295"/>
                <a:ext cx="482598" cy="428170"/>
              </a:xfrm>
              <a:prstGeom prst="bentConnector2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66A16C7D-4505-4EBB-8637-38CE2F404783}"/>
                  </a:ext>
                </a:extLst>
              </p:cNvPr>
              <p:cNvSpPr/>
              <p:nvPr/>
            </p:nvSpPr>
            <p:spPr>
              <a:xfrm>
                <a:off x="3603167" y="1777999"/>
                <a:ext cx="246743" cy="174164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σ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18FAB18-330C-4315-9CBB-2E2AB023C852}"/>
                  </a:ext>
                </a:extLst>
              </p:cNvPr>
              <p:cNvGrpSpPr/>
              <p:nvPr/>
            </p:nvGrpSpPr>
            <p:grpSpPr>
              <a:xfrm>
                <a:off x="5379817" y="352696"/>
                <a:ext cx="340158" cy="338554"/>
                <a:chOff x="7344692" y="960473"/>
                <a:chExt cx="340158" cy="338554"/>
              </a:xfrm>
            </p:grpSpPr>
            <p:sp>
              <p:nvSpPr>
                <p:cNvPr id="64" name="椭圆 63">
                  <a:extLst>
                    <a:ext uri="{FF2B5EF4-FFF2-40B4-BE49-F238E27FC236}">
                      <a16:creationId xmlns:a16="http://schemas.microsoft.com/office/drawing/2014/main" id="{378AA154-C37C-43C9-9270-51044E7350DD}"/>
                    </a:ext>
                  </a:extLst>
                </p:cNvPr>
                <p:cNvSpPr/>
                <p:nvPr/>
              </p:nvSpPr>
              <p:spPr>
                <a:xfrm>
                  <a:off x="7387772" y="1032318"/>
                  <a:ext cx="253999" cy="253999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aseline="-25000" dirty="0"/>
                </a:p>
              </p:txBody>
            </p:sp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93C96B5E-11E2-424A-974C-BA3636E106A2}"/>
                    </a:ext>
                  </a:extLst>
                </p:cNvPr>
                <p:cNvSpPr txBox="1"/>
                <p:nvPr/>
              </p:nvSpPr>
              <p:spPr>
                <a:xfrm>
                  <a:off x="7344692" y="960473"/>
                  <a:ext cx="34015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h</a:t>
                  </a:r>
                  <a:r>
                    <a:rPr lang="en-US" altLang="zh-CN" sz="1600" baseline="-25000" dirty="0"/>
                    <a:t>t</a:t>
                  </a:r>
                  <a:endParaRPr lang="zh-CN" altLang="en-US" sz="1600" baseline="-25000" dirty="0"/>
                </a:p>
              </p:txBody>
            </p:sp>
          </p:grp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8EDA67BB-B304-4764-847F-57EEC62828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53517" y="1277257"/>
                <a:ext cx="0" cy="80917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724EE460-0654-4EF9-A35A-12846EF9EF6F}"/>
                  </a:ext>
                </a:extLst>
              </p:cNvPr>
              <p:cNvCxnSpPr>
                <a:cxnSpLocks/>
                <a:endCxn id="65" idx="2"/>
              </p:cNvCxnSpPr>
              <p:nvPr/>
            </p:nvCxnSpPr>
            <p:spPr>
              <a:xfrm flipV="1">
                <a:off x="5549896" y="691250"/>
                <a:ext cx="0" cy="41909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F8C2AF4D-4482-44CF-AEA6-DCB0BB1E85AC}"/>
                  </a:ext>
                </a:extLst>
              </p:cNvPr>
              <p:cNvSpPr/>
              <p:nvPr/>
            </p:nvSpPr>
            <p:spPr>
              <a:xfrm>
                <a:off x="3066143" y="2611839"/>
                <a:ext cx="253999" cy="253999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aseline="-25000" dirty="0"/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78A85714-F370-43A5-9765-51C274000257}"/>
                  </a:ext>
                </a:extLst>
              </p:cNvPr>
              <p:cNvSpPr txBox="1"/>
              <p:nvPr/>
            </p:nvSpPr>
            <p:spPr>
              <a:xfrm>
                <a:off x="3034284" y="2545432"/>
                <a:ext cx="31771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 err="1"/>
                  <a:t>x</a:t>
                </a:r>
                <a:r>
                  <a:rPr lang="en-US" altLang="zh-CN" sz="1600" baseline="-25000" dirty="0" err="1"/>
                  <a:t>t</a:t>
                </a:r>
                <a:endParaRPr lang="zh-CN" altLang="en-US" sz="1600" baseline="-25000" dirty="0"/>
              </a:p>
            </p:txBody>
          </p: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549136BC-CFAA-4D0C-8BAC-2FD27683F107}"/>
                  </a:ext>
                </a:extLst>
              </p:cNvPr>
              <p:cNvCxnSpPr>
                <a:cxnSpLocks/>
                <a:stCxn id="80" idx="0"/>
              </p:cNvCxnSpPr>
              <p:nvPr/>
            </p:nvCxnSpPr>
            <p:spPr>
              <a:xfrm flipV="1">
                <a:off x="3193143" y="2100933"/>
                <a:ext cx="0" cy="510906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B880746E-21B1-4114-A263-EA02BDB7D86C}"/>
                </a:ext>
              </a:extLst>
            </p:cNvPr>
            <p:cNvCxnSpPr>
              <a:cxnSpLocks/>
            </p:cNvCxnSpPr>
            <p:nvPr/>
          </p:nvCxnSpPr>
          <p:spPr>
            <a:xfrm>
              <a:off x="794650" y="3560362"/>
              <a:ext cx="29464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连接符: 肘形 93">
              <a:extLst>
                <a:ext uri="{FF2B5EF4-FFF2-40B4-BE49-F238E27FC236}">
                  <a16:creationId xmlns:a16="http://schemas.microsoft.com/office/drawing/2014/main" id="{5C0AD0B8-62B7-426D-BCB7-6C909F6D85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648" y="4068351"/>
              <a:ext cx="2111826" cy="388263"/>
            </a:xfrm>
            <a:prstGeom prst="bentConnector3">
              <a:avLst>
                <a:gd name="adj1" fmla="val 82302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ED67FF44-3349-4AF2-825B-87E2654BB8DD}"/>
                </a:ext>
              </a:extLst>
            </p:cNvPr>
            <p:cNvSpPr/>
            <p:nvPr/>
          </p:nvSpPr>
          <p:spPr>
            <a:xfrm>
              <a:off x="1041393" y="3473276"/>
              <a:ext cx="174171" cy="174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×</a:t>
              </a:r>
              <a:endParaRPr lang="zh-CN" altLang="en-US" dirty="0"/>
            </a:p>
          </p:txBody>
        </p: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E04CB854-860D-4D5D-A884-865ABB630AD4}"/>
                </a:ext>
              </a:extLst>
            </p:cNvPr>
            <p:cNvCxnSpPr>
              <a:cxnSpLocks/>
              <a:endCxn id="95" idx="4"/>
            </p:cNvCxnSpPr>
            <p:nvPr/>
          </p:nvCxnSpPr>
          <p:spPr>
            <a:xfrm flipV="1">
              <a:off x="1128479" y="3647447"/>
              <a:ext cx="0" cy="80916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F2F39976-F8FC-4F06-9016-7810F720AA9F}"/>
                </a:ext>
              </a:extLst>
            </p:cNvPr>
            <p:cNvSpPr/>
            <p:nvPr/>
          </p:nvSpPr>
          <p:spPr>
            <a:xfrm>
              <a:off x="1970306" y="3473275"/>
              <a:ext cx="174171" cy="174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+</a:t>
              </a:r>
              <a:endParaRPr lang="zh-CN" altLang="en-US" dirty="0"/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24142E76-E64F-463F-9EDF-DDF1BB80F5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1" y="3640190"/>
              <a:ext cx="0" cy="8164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21AC59F3-2C33-4DAF-924D-436772C3520D}"/>
                </a:ext>
              </a:extLst>
            </p:cNvPr>
            <p:cNvSpPr/>
            <p:nvPr/>
          </p:nvSpPr>
          <p:spPr>
            <a:xfrm>
              <a:off x="1970305" y="3886928"/>
              <a:ext cx="174171" cy="174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×</a:t>
              </a:r>
              <a:endParaRPr lang="zh-CN" altLang="en-US" dirty="0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EC462729-E2C8-4E43-BE2F-F433EA0D18FB}"/>
                </a:ext>
              </a:extLst>
            </p:cNvPr>
            <p:cNvSpPr/>
            <p:nvPr/>
          </p:nvSpPr>
          <p:spPr>
            <a:xfrm>
              <a:off x="1005106" y="4140932"/>
              <a:ext cx="246743" cy="17416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σ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3A45DC0D-75EF-455E-B9F7-3DFAA02D33A3}"/>
                </a:ext>
              </a:extLst>
            </p:cNvPr>
            <p:cNvSpPr/>
            <p:nvPr/>
          </p:nvSpPr>
          <p:spPr>
            <a:xfrm>
              <a:off x="2416616" y="4140932"/>
              <a:ext cx="246743" cy="17416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σ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36F40CD4-795B-4A58-B019-97AEE7F0841B}"/>
                </a:ext>
              </a:extLst>
            </p:cNvPr>
            <p:cNvSpPr/>
            <p:nvPr/>
          </p:nvSpPr>
          <p:spPr>
            <a:xfrm>
              <a:off x="1817906" y="4146374"/>
              <a:ext cx="478967" cy="16328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tanh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03" name="连接符: 肘形 102">
              <a:extLst>
                <a:ext uri="{FF2B5EF4-FFF2-40B4-BE49-F238E27FC236}">
                  <a16:creationId xmlns:a16="http://schemas.microsoft.com/office/drawing/2014/main" id="{81EB0C5D-07C6-4D80-91DC-C17A74F0A40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917362" y="3643812"/>
              <a:ext cx="888997" cy="736603"/>
            </a:xfrm>
            <a:prstGeom prst="bentConnector3">
              <a:avLst>
                <a:gd name="adj1" fmla="val 99796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BC01789F-FBF0-4194-9A42-D8A220A6ED23}"/>
                </a:ext>
              </a:extLst>
            </p:cNvPr>
            <p:cNvSpPr/>
            <p:nvPr/>
          </p:nvSpPr>
          <p:spPr>
            <a:xfrm>
              <a:off x="2906474" y="3981265"/>
              <a:ext cx="174171" cy="174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×</a:t>
              </a:r>
              <a:endParaRPr lang="zh-CN" altLang="en-US" dirty="0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829E8D91-C8B0-4414-94AD-8EC94DBE9032}"/>
                </a:ext>
              </a:extLst>
            </p:cNvPr>
            <p:cNvSpPr/>
            <p:nvPr/>
          </p:nvSpPr>
          <p:spPr>
            <a:xfrm>
              <a:off x="2757710" y="3732717"/>
              <a:ext cx="478967" cy="16328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tanh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06" name="连接符: 肘形 105">
              <a:extLst>
                <a:ext uri="{FF2B5EF4-FFF2-40B4-BE49-F238E27FC236}">
                  <a16:creationId xmlns:a16="http://schemas.microsoft.com/office/drawing/2014/main" id="{9C9529CA-D5AD-4C71-8ACB-F8C9E6DD78AE}"/>
                </a:ext>
              </a:extLst>
            </p:cNvPr>
            <p:cNvCxnSpPr>
              <a:endCxn id="99" idx="1"/>
            </p:cNvCxnSpPr>
            <p:nvPr/>
          </p:nvCxnSpPr>
          <p:spPr>
            <a:xfrm rot="5400000" flipH="1" flipV="1">
              <a:off x="1514921" y="4001228"/>
              <a:ext cx="482598" cy="428170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EE60D93B-2102-49DE-9DA3-4A9126D6FD25}"/>
                </a:ext>
              </a:extLst>
            </p:cNvPr>
            <p:cNvSpPr/>
            <p:nvPr/>
          </p:nvSpPr>
          <p:spPr>
            <a:xfrm>
              <a:off x="1415131" y="4140932"/>
              <a:ext cx="246743" cy="17416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σ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A86BA4B1-526A-4F86-85AA-61BA17C3EF3E}"/>
                </a:ext>
              </a:extLst>
            </p:cNvPr>
            <p:cNvSpPr/>
            <p:nvPr/>
          </p:nvSpPr>
          <p:spPr>
            <a:xfrm>
              <a:off x="3234861" y="2787474"/>
              <a:ext cx="253999" cy="253999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aseline="-25000" dirty="0"/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12D844C3-FF8F-464F-ADD9-F70987C7267C}"/>
                </a:ext>
              </a:extLst>
            </p:cNvPr>
            <p:cNvSpPr txBox="1"/>
            <p:nvPr/>
          </p:nvSpPr>
          <p:spPr>
            <a:xfrm>
              <a:off x="3191781" y="2715629"/>
              <a:ext cx="5501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h</a:t>
              </a:r>
              <a:r>
                <a:rPr lang="en-US" altLang="zh-CN" sz="1600" baseline="-25000" dirty="0"/>
                <a:t>t--1</a:t>
              </a:r>
              <a:endParaRPr lang="zh-CN" altLang="en-US" sz="1600" baseline="-25000" dirty="0"/>
            </a:p>
          </p:txBody>
        </p: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322E9BA7-AE0C-4EFB-8F52-F53F77CEED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5481" y="3640190"/>
              <a:ext cx="0" cy="80917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48B5F918-EAD6-423C-9842-BA1465707F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1860" y="3041473"/>
              <a:ext cx="0" cy="43180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C99B1990-C771-4A57-9D8D-B5A4CD81F115}"/>
                </a:ext>
              </a:extLst>
            </p:cNvPr>
            <p:cNvSpPr/>
            <p:nvPr/>
          </p:nvSpPr>
          <p:spPr>
            <a:xfrm>
              <a:off x="878107" y="4974772"/>
              <a:ext cx="253999" cy="253999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aseline="-25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72526865-7633-44E5-A987-554CAC66C8A0}"/>
                </a:ext>
              </a:extLst>
            </p:cNvPr>
            <p:cNvSpPr txBox="1"/>
            <p:nvPr/>
          </p:nvSpPr>
          <p:spPr>
            <a:xfrm>
              <a:off x="846248" y="4908365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x</a:t>
              </a:r>
              <a:r>
                <a:rPr lang="en-US" altLang="zh-CN" sz="1600" baseline="-25000" dirty="0"/>
                <a:t>t-1</a:t>
              </a:r>
              <a:endParaRPr lang="zh-CN" altLang="en-US" sz="1600" baseline="-25000" dirty="0"/>
            </a:p>
          </p:txBody>
        </p: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02574100-E8D4-4FEE-85CA-4A0E40E8849D}"/>
                </a:ext>
              </a:extLst>
            </p:cNvPr>
            <p:cNvCxnSpPr>
              <a:cxnSpLocks/>
              <a:stCxn id="111" idx="0"/>
            </p:cNvCxnSpPr>
            <p:nvPr/>
          </p:nvCxnSpPr>
          <p:spPr>
            <a:xfrm flipV="1">
              <a:off x="1005107" y="4463866"/>
              <a:ext cx="0" cy="51090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9C19F285-931F-42E8-87B4-B73BDC99D2DA}"/>
                </a:ext>
              </a:extLst>
            </p:cNvPr>
            <p:cNvSpPr/>
            <p:nvPr/>
          </p:nvSpPr>
          <p:spPr>
            <a:xfrm>
              <a:off x="794649" y="3291846"/>
              <a:ext cx="2772229" cy="142965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498D0261-D90E-4D09-8B22-467B9F343ADA}"/>
                </a:ext>
              </a:extLst>
            </p:cNvPr>
            <p:cNvCxnSpPr>
              <a:cxnSpLocks/>
            </p:cNvCxnSpPr>
            <p:nvPr/>
          </p:nvCxnSpPr>
          <p:spPr>
            <a:xfrm>
              <a:off x="6700364" y="3571980"/>
              <a:ext cx="29464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连接符: 肘形 119">
              <a:extLst>
                <a:ext uri="{FF2B5EF4-FFF2-40B4-BE49-F238E27FC236}">
                  <a16:creationId xmlns:a16="http://schemas.microsoft.com/office/drawing/2014/main" id="{C9FA7467-B4D2-4877-8584-4F118521E0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0362" y="4079969"/>
              <a:ext cx="2111826" cy="388263"/>
            </a:xfrm>
            <a:prstGeom prst="bentConnector3">
              <a:avLst>
                <a:gd name="adj1" fmla="val 82302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0BACFBB6-4363-463A-A209-AFA4B01F748D}"/>
                </a:ext>
              </a:extLst>
            </p:cNvPr>
            <p:cNvSpPr/>
            <p:nvPr/>
          </p:nvSpPr>
          <p:spPr>
            <a:xfrm>
              <a:off x="6947107" y="3484894"/>
              <a:ext cx="174171" cy="174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×</a:t>
              </a:r>
              <a:endParaRPr lang="zh-CN" altLang="en-US" dirty="0"/>
            </a:p>
          </p:txBody>
        </p: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6DB6CA3D-8358-4350-9C2D-685E1A157B30}"/>
                </a:ext>
              </a:extLst>
            </p:cNvPr>
            <p:cNvCxnSpPr>
              <a:cxnSpLocks/>
              <a:endCxn id="121" idx="4"/>
            </p:cNvCxnSpPr>
            <p:nvPr/>
          </p:nvCxnSpPr>
          <p:spPr>
            <a:xfrm flipV="1">
              <a:off x="7034193" y="3659065"/>
              <a:ext cx="0" cy="80916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84774A2E-98E4-4D6F-A001-ADD23901A7C1}"/>
                </a:ext>
              </a:extLst>
            </p:cNvPr>
            <p:cNvSpPr/>
            <p:nvPr/>
          </p:nvSpPr>
          <p:spPr>
            <a:xfrm>
              <a:off x="7876020" y="3484893"/>
              <a:ext cx="174171" cy="174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+</a:t>
              </a:r>
              <a:endParaRPr lang="zh-CN" altLang="en-US" dirty="0"/>
            </a:p>
          </p:txBody>
        </p: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A17B221E-8B0A-4EE1-90AE-42F4B920B5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3105" y="3651808"/>
              <a:ext cx="0" cy="8164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D2425D11-1269-499F-856F-46DB8AD7B205}"/>
                </a:ext>
              </a:extLst>
            </p:cNvPr>
            <p:cNvSpPr/>
            <p:nvPr/>
          </p:nvSpPr>
          <p:spPr>
            <a:xfrm>
              <a:off x="7876019" y="3898546"/>
              <a:ext cx="174171" cy="174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×</a:t>
              </a:r>
              <a:endParaRPr lang="zh-CN" altLang="en-US" dirty="0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9F1C83D6-C746-4391-B771-728C1C54A5F3}"/>
                </a:ext>
              </a:extLst>
            </p:cNvPr>
            <p:cNvSpPr/>
            <p:nvPr/>
          </p:nvSpPr>
          <p:spPr>
            <a:xfrm>
              <a:off x="6910820" y="4152550"/>
              <a:ext cx="246743" cy="17416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σ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BDD63B8C-B42B-4C17-BB1B-B993F196BB9A}"/>
                </a:ext>
              </a:extLst>
            </p:cNvPr>
            <p:cNvSpPr/>
            <p:nvPr/>
          </p:nvSpPr>
          <p:spPr>
            <a:xfrm>
              <a:off x="8322330" y="4152550"/>
              <a:ext cx="246743" cy="17416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σ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5424DD00-74B2-4DAC-8F37-4FA2A63564E7}"/>
                </a:ext>
              </a:extLst>
            </p:cNvPr>
            <p:cNvSpPr/>
            <p:nvPr/>
          </p:nvSpPr>
          <p:spPr>
            <a:xfrm>
              <a:off x="7723620" y="4157992"/>
              <a:ext cx="478967" cy="16328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tanh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29" name="连接符: 肘形 128">
              <a:extLst>
                <a:ext uri="{FF2B5EF4-FFF2-40B4-BE49-F238E27FC236}">
                  <a16:creationId xmlns:a16="http://schemas.microsoft.com/office/drawing/2014/main" id="{D1D35D15-24E1-46DE-A5A3-4BF451DCE69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823076" y="3655430"/>
              <a:ext cx="888997" cy="736603"/>
            </a:xfrm>
            <a:prstGeom prst="bentConnector3">
              <a:avLst>
                <a:gd name="adj1" fmla="val 99796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87FA55B8-49C1-481A-A833-AD7D37E78350}"/>
                </a:ext>
              </a:extLst>
            </p:cNvPr>
            <p:cNvSpPr/>
            <p:nvPr/>
          </p:nvSpPr>
          <p:spPr>
            <a:xfrm>
              <a:off x="8812188" y="3992883"/>
              <a:ext cx="174171" cy="174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×</a:t>
              </a:r>
              <a:endParaRPr lang="zh-CN" altLang="en-US" dirty="0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40E889D7-F922-4375-BC09-95020D4E72AA}"/>
                </a:ext>
              </a:extLst>
            </p:cNvPr>
            <p:cNvSpPr/>
            <p:nvPr/>
          </p:nvSpPr>
          <p:spPr>
            <a:xfrm>
              <a:off x="8663424" y="3744335"/>
              <a:ext cx="478967" cy="16328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tanh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32" name="连接符: 肘形 131">
              <a:extLst>
                <a:ext uri="{FF2B5EF4-FFF2-40B4-BE49-F238E27FC236}">
                  <a16:creationId xmlns:a16="http://schemas.microsoft.com/office/drawing/2014/main" id="{15930D88-983B-4725-9D91-21E1589AFD46}"/>
                </a:ext>
              </a:extLst>
            </p:cNvPr>
            <p:cNvCxnSpPr>
              <a:endCxn id="125" idx="1"/>
            </p:cNvCxnSpPr>
            <p:nvPr/>
          </p:nvCxnSpPr>
          <p:spPr>
            <a:xfrm rot="5400000" flipH="1" flipV="1">
              <a:off x="7420635" y="4012846"/>
              <a:ext cx="482598" cy="428170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175CB2AC-B8DB-4760-92A3-42968F3BF827}"/>
                </a:ext>
              </a:extLst>
            </p:cNvPr>
            <p:cNvSpPr/>
            <p:nvPr/>
          </p:nvSpPr>
          <p:spPr>
            <a:xfrm>
              <a:off x="7320845" y="4152550"/>
              <a:ext cx="246743" cy="17416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σ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2E0DF8BC-6E33-414D-A302-7B7E62C10549}"/>
                </a:ext>
              </a:extLst>
            </p:cNvPr>
            <p:cNvSpPr/>
            <p:nvPr/>
          </p:nvSpPr>
          <p:spPr>
            <a:xfrm>
              <a:off x="9140575" y="2799092"/>
              <a:ext cx="253999" cy="253999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aseline="-250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EC89340D-FE5E-4387-9A38-1BCB4AAC1CB7}"/>
                </a:ext>
              </a:extLst>
            </p:cNvPr>
            <p:cNvSpPr txBox="1"/>
            <p:nvPr/>
          </p:nvSpPr>
          <p:spPr>
            <a:xfrm>
              <a:off x="9097495" y="2727247"/>
              <a:ext cx="5036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h</a:t>
              </a:r>
              <a:r>
                <a:rPr lang="en-US" altLang="zh-CN" sz="1600" baseline="-25000" dirty="0"/>
                <a:t>t+1</a:t>
              </a:r>
              <a:endParaRPr lang="zh-CN" altLang="en-US" sz="1600" baseline="-25000" dirty="0"/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1E2229DF-8F88-4A2B-9113-B00427E2E8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71195" y="3651808"/>
              <a:ext cx="0" cy="80917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C60A9F19-4D48-4762-AEB2-ADAD8788FC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7574" y="3053091"/>
              <a:ext cx="0" cy="43180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A9BB73AE-F6F0-46C1-A12D-EC0FA4464094}"/>
                </a:ext>
              </a:extLst>
            </p:cNvPr>
            <p:cNvSpPr/>
            <p:nvPr/>
          </p:nvSpPr>
          <p:spPr>
            <a:xfrm>
              <a:off x="6783821" y="4986390"/>
              <a:ext cx="253999" cy="253999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aseline="-25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6A4A7BC2-7825-4630-8FEE-8B6DF12E3B22}"/>
                </a:ext>
              </a:extLst>
            </p:cNvPr>
            <p:cNvSpPr txBox="1"/>
            <p:nvPr/>
          </p:nvSpPr>
          <p:spPr>
            <a:xfrm>
              <a:off x="6751962" y="4919983"/>
              <a:ext cx="4812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x</a:t>
              </a:r>
              <a:r>
                <a:rPr lang="en-US" altLang="zh-CN" sz="1600" baseline="-25000" dirty="0"/>
                <a:t>t+1</a:t>
              </a:r>
              <a:endParaRPr lang="zh-CN" altLang="en-US" sz="1600" baseline="-25000" dirty="0"/>
            </a:p>
          </p:txBody>
        </p: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98C4CF2B-2C4B-4754-8549-DD7876BA7ED3}"/>
                </a:ext>
              </a:extLst>
            </p:cNvPr>
            <p:cNvCxnSpPr>
              <a:cxnSpLocks/>
              <a:stCxn id="138" idx="0"/>
            </p:cNvCxnSpPr>
            <p:nvPr/>
          </p:nvCxnSpPr>
          <p:spPr>
            <a:xfrm flipV="1">
              <a:off x="6910821" y="4475484"/>
              <a:ext cx="0" cy="51090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1A87D75E-2771-4FA3-B18E-848E97D29EA1}"/>
                </a:ext>
              </a:extLst>
            </p:cNvPr>
            <p:cNvSpPr/>
            <p:nvPr/>
          </p:nvSpPr>
          <p:spPr>
            <a:xfrm>
              <a:off x="6700363" y="3303464"/>
              <a:ext cx="2772229" cy="142965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676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39</Words>
  <Application>Microsoft Office PowerPoint</Application>
  <PresentationFormat>宽屏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鸿煜 陈</dc:creator>
  <cp:lastModifiedBy>鸿煜 陈</cp:lastModifiedBy>
  <cp:revision>5</cp:revision>
  <dcterms:created xsi:type="dcterms:W3CDTF">2026-05-08T01:17:51Z</dcterms:created>
  <dcterms:modified xsi:type="dcterms:W3CDTF">2026-05-08T02:39:20Z</dcterms:modified>
</cp:coreProperties>
</file>